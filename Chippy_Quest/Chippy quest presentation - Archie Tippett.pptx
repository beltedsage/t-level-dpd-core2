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ie Tippett (Student)" userId="e2bebe20-5ca6-4e5e-97e7-0098754f4ec6" providerId="ADAL" clId="{380C3D12-87F9-4A5D-92B4-37E3D377D22C}"/>
    <pc:docChg chg="modSld">
      <pc:chgData name="Archie Tippett (Student)" userId="e2bebe20-5ca6-4e5e-97e7-0098754f4ec6" providerId="ADAL" clId="{380C3D12-87F9-4A5D-92B4-37E3D377D22C}" dt="2025-11-12T10:39:15.515" v="1"/>
      <pc:docMkLst>
        <pc:docMk/>
      </pc:docMkLst>
      <pc:sldChg chg="modTransition">
        <pc:chgData name="Archie Tippett (Student)" userId="e2bebe20-5ca6-4e5e-97e7-0098754f4ec6" providerId="ADAL" clId="{380C3D12-87F9-4A5D-92B4-37E3D377D22C}" dt="2025-11-12T10:39:15.515" v="1"/>
        <pc:sldMkLst>
          <pc:docMk/>
          <pc:sldMk cId="1073844320" sldId="256"/>
        </pc:sldMkLst>
      </pc:sldChg>
    </pc:docChg>
  </pc:docChgLst>
  <pc:docChgLst>
    <pc:chgData name="Archie Tippett (Student)" userId="e2bebe20-5ca6-4e5e-97e7-0098754f4ec6" providerId="ADAL" clId="{2C35CC36-E4CD-4266-A173-B9DED3E42270}"/>
    <pc:docChg chg="custSel addSld modSld">
      <pc:chgData name="Archie Tippett (Student)" userId="e2bebe20-5ca6-4e5e-97e7-0098754f4ec6" providerId="ADAL" clId="{2C35CC36-E4CD-4266-A173-B9DED3E42270}" dt="2025-11-12T10:56:30.489" v="75"/>
      <pc:docMkLst>
        <pc:docMk/>
      </pc:docMkLst>
      <pc:sldChg chg="addSp modSp mod modTransition">
        <pc:chgData name="Archie Tippett (Student)" userId="e2bebe20-5ca6-4e5e-97e7-0098754f4ec6" providerId="ADAL" clId="{2C35CC36-E4CD-4266-A173-B9DED3E42270}" dt="2025-11-12T10:56:01.247" v="73"/>
        <pc:sldMkLst>
          <pc:docMk/>
          <pc:sldMk cId="1073844320" sldId="256"/>
        </pc:sldMkLst>
        <pc:picChg chg="add mod">
          <ac:chgData name="Archie Tippett (Student)" userId="e2bebe20-5ca6-4e5e-97e7-0098754f4ec6" providerId="ADAL" clId="{2C35CC36-E4CD-4266-A173-B9DED3E42270}" dt="2025-11-07T14:06:44.752" v="44" actId="1076"/>
          <ac:picMkLst>
            <pc:docMk/>
            <pc:sldMk cId="1073844320" sldId="256"/>
            <ac:picMk id="5" creationId="{851198E4-240F-F523-1CCB-E1ACD64538A8}"/>
          </ac:picMkLst>
        </pc:picChg>
      </pc:sldChg>
      <pc:sldChg chg="modTransition">
        <pc:chgData name="Archie Tippett (Student)" userId="e2bebe20-5ca6-4e5e-97e7-0098754f4ec6" providerId="ADAL" clId="{2C35CC36-E4CD-4266-A173-B9DED3E42270}" dt="2025-11-12T10:56:20.860" v="74"/>
        <pc:sldMkLst>
          <pc:docMk/>
          <pc:sldMk cId="3719958909" sldId="257"/>
        </pc:sldMkLst>
      </pc:sldChg>
      <pc:sldChg chg="modTransition">
        <pc:chgData name="Archie Tippett (Student)" userId="e2bebe20-5ca6-4e5e-97e7-0098754f4ec6" providerId="ADAL" clId="{2C35CC36-E4CD-4266-A173-B9DED3E42270}" dt="2025-11-12T10:56:30.489" v="75"/>
        <pc:sldMkLst>
          <pc:docMk/>
          <pc:sldMk cId="3334507821" sldId="258"/>
        </pc:sldMkLst>
      </pc:sldChg>
      <pc:sldChg chg="modSp mod modTransition">
        <pc:chgData name="Archie Tippett (Student)" userId="e2bebe20-5ca6-4e5e-97e7-0098754f4ec6" providerId="ADAL" clId="{2C35CC36-E4CD-4266-A173-B9DED3E42270}" dt="2025-11-12T10:54:08.420" v="59"/>
        <pc:sldMkLst>
          <pc:docMk/>
          <pc:sldMk cId="1439852359" sldId="259"/>
        </pc:sldMkLst>
        <pc:spChg chg="mod">
          <ac:chgData name="Archie Tippett (Student)" userId="e2bebe20-5ca6-4e5e-97e7-0098754f4ec6" providerId="ADAL" clId="{2C35CC36-E4CD-4266-A173-B9DED3E42270}" dt="2025-11-07T14:00:49.724" v="2" actId="14100"/>
          <ac:spMkLst>
            <pc:docMk/>
            <pc:sldMk cId="1439852359" sldId="259"/>
            <ac:spMk id="6" creationId="{9934C6F9-9C16-FA42-0F0F-4D0CDB0CE0E5}"/>
          </ac:spMkLst>
        </pc:spChg>
      </pc:sldChg>
      <pc:sldChg chg="modSp mod modTransition">
        <pc:chgData name="Archie Tippett (Student)" userId="e2bebe20-5ca6-4e5e-97e7-0098754f4ec6" providerId="ADAL" clId="{2C35CC36-E4CD-4266-A173-B9DED3E42270}" dt="2025-11-12T10:54:10.906" v="60"/>
        <pc:sldMkLst>
          <pc:docMk/>
          <pc:sldMk cId="2792634225" sldId="260"/>
        </pc:sldMkLst>
        <pc:spChg chg="mod">
          <ac:chgData name="Archie Tippett (Student)" userId="e2bebe20-5ca6-4e5e-97e7-0098754f4ec6" providerId="ADAL" clId="{2C35CC36-E4CD-4266-A173-B9DED3E42270}" dt="2025-11-07T13:58:44.139" v="1" actId="1076"/>
          <ac:spMkLst>
            <pc:docMk/>
            <pc:sldMk cId="2792634225" sldId="260"/>
            <ac:spMk id="6" creationId="{1B1088C5-CEB1-BE8C-AADD-58DF6FBDE4DE}"/>
          </ac:spMkLst>
        </pc:spChg>
      </pc:sldChg>
      <pc:sldChg chg="modTransition">
        <pc:chgData name="Archie Tippett (Student)" userId="e2bebe20-5ca6-4e5e-97e7-0098754f4ec6" providerId="ADAL" clId="{2C35CC36-E4CD-4266-A173-B9DED3E42270}" dt="2025-11-12T10:54:15.203" v="62"/>
        <pc:sldMkLst>
          <pc:docMk/>
          <pc:sldMk cId="829604240" sldId="261"/>
        </pc:sldMkLst>
      </pc:sldChg>
      <pc:sldChg chg="modTransition">
        <pc:chgData name="Archie Tippett (Student)" userId="e2bebe20-5ca6-4e5e-97e7-0098754f4ec6" providerId="ADAL" clId="{2C35CC36-E4CD-4266-A173-B9DED3E42270}" dt="2025-11-12T10:54:13.141" v="61"/>
        <pc:sldMkLst>
          <pc:docMk/>
          <pc:sldMk cId="3905603043" sldId="262"/>
        </pc:sldMkLst>
      </pc:sldChg>
      <pc:sldChg chg="addSp delSp modSp new mod modTransition">
        <pc:chgData name="Archie Tippett (Student)" userId="e2bebe20-5ca6-4e5e-97e7-0098754f4ec6" providerId="ADAL" clId="{2C35CC36-E4CD-4266-A173-B9DED3E42270}" dt="2025-11-12T10:54:17.157" v="63"/>
        <pc:sldMkLst>
          <pc:docMk/>
          <pc:sldMk cId="1758841771" sldId="263"/>
        </pc:sldMkLst>
        <pc:picChg chg="add mod">
          <ac:chgData name="Archie Tippett (Student)" userId="e2bebe20-5ca6-4e5e-97e7-0098754f4ec6" providerId="ADAL" clId="{2C35CC36-E4CD-4266-A173-B9DED3E42270}" dt="2025-11-07T14:09:56.884" v="54"/>
          <ac:picMkLst>
            <pc:docMk/>
            <pc:sldMk cId="1758841771" sldId="263"/>
            <ac:picMk id="10" creationId="{5EF6CDFF-F826-D94D-10F2-7BA7467D5C63}"/>
          </ac:picMkLst>
        </pc:picChg>
      </pc:sldChg>
    </pc:docChg>
  </pc:docChgLst>
  <pc:docChgLst>
    <pc:chgData name="Archie Tippett (Student)" userId="e2bebe20-5ca6-4e5e-97e7-0098754f4ec6" providerId="ADAL" clId="{3E2DA093-9F4A-4D19-B01E-0C63E76856C0}"/>
    <pc:docChg chg="modSld">
      <pc:chgData name="Archie Tippett (Student)" userId="e2bebe20-5ca6-4e5e-97e7-0098754f4ec6" providerId="ADAL" clId="{3E2DA093-9F4A-4D19-B01E-0C63E76856C0}" dt="2025-11-13T13:16:47.538" v="0" actId="1076"/>
      <pc:docMkLst>
        <pc:docMk/>
      </pc:docMkLst>
      <pc:sldChg chg="modSp mod">
        <pc:chgData name="Archie Tippett (Student)" userId="e2bebe20-5ca6-4e5e-97e7-0098754f4ec6" providerId="ADAL" clId="{3E2DA093-9F4A-4D19-B01E-0C63E76856C0}" dt="2025-11-13T13:16:47.538" v="0" actId="1076"/>
        <pc:sldMkLst>
          <pc:docMk/>
          <pc:sldMk cId="3334507821" sldId="258"/>
        </pc:sldMkLst>
        <pc:picChg chg="mod">
          <ac:chgData name="Archie Tippett (Student)" userId="e2bebe20-5ca6-4e5e-97e7-0098754f4ec6" providerId="ADAL" clId="{3E2DA093-9F4A-4D19-B01E-0C63E76856C0}" dt="2025-11-13T13:16:47.538" v="0" actId="1076"/>
          <ac:picMkLst>
            <pc:docMk/>
            <pc:sldMk cId="3334507821" sldId="258"/>
            <ac:picMk id="7" creationId="{405AB08D-2B09-A1E9-9539-578D129D7A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9AC6-EEA0-1F81-97CC-BB0780FF2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9CD83-CB0A-CEDF-E214-F264559CB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639B1-B68D-CE53-1D60-34D41781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39630-0494-6FA4-49A0-C0DF2382B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22C87-AD98-5173-FD6D-946342EE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11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25EC-D4AD-AAE0-D92F-A3E1B54B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509F8-7DAA-3663-8D79-BF4999DEA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F05B7-3670-CFD5-C540-4DE36733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5058F-A83D-78B2-56CD-42601853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35B2E-C3D6-1EED-4C40-BE6EBC07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10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2693-FBE9-0572-9055-AA915540E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7962-1EB6-0569-7AA3-F600700A6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55BAA-9F31-5B84-00FA-7E778C1F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66C94-A7F6-097F-E39B-7ED7D568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FAB24-F16B-12CF-E65B-6C08B402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14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686A-2D6A-F82E-CD4C-BF81B288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3A180-1CD9-44BE-98CD-A9E676CC0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C70EE-1C18-04C3-8C4A-3D2698DD2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3468B-6D28-000B-3ABE-C54BAC71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CF05-945E-06F1-177E-9074E2A1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33C9D-2CD4-6326-EAC6-F9E03EF2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26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4670A-904D-58AC-29EE-2B724254D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A20D0-3C8E-6095-810B-05E3A606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B953F-8957-E22F-79C3-AB00A6E87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E9825-FEC1-CFC0-08BF-6107639B6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5F1C5-FF74-43BE-36F3-1F6A4ECE6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EFBEF-C328-4DAC-4029-3640CF57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F1532-BF5E-2A60-7F0F-7EFA2AC3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4A799-9B30-2F57-5863-576D092F5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67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746F-2CA5-D1A9-ECC3-6F219C0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AE71B-6BC6-4388-0FA8-6F28EBDA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3D6AC-04EF-35EC-331A-172204C1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E4649-B01E-1D86-3CC9-93708F8C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56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D6FA9-D25B-38F6-060E-C1CE88B4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1BBED-6E24-96BE-8A9D-49D284284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423D2-6B1E-8D07-7BB1-F7E72D9B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49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9FD-1ADC-CDA4-44D5-94253A9E5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0FB7-0B22-94E8-B1CF-F6B8E6834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99D4B-4A81-C06D-F32E-78528671C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1B48B-AD9B-3A80-4CB1-9B05EE08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156BB-B941-14D5-453E-BD89C11F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23D28-77DB-FBE1-F6BC-BD3D3C22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77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6921-6A69-E926-E48F-C2B981AA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49E6F-C2B3-9A0C-F52A-A33A5B677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65512-934F-461B-F411-BC654663A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FBF8C-9999-51EE-0AAA-AE8064CE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ECCB3-752A-C279-9B4A-0AC30BCA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74E59-365D-E02F-3C36-7DD43B66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76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6176-9B78-40A0-0726-7AE8AD07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813B2-3B70-8C49-2235-B5E3B33C9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6E1C0-EB1A-3F61-EA94-20060691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2C59D-81D1-8604-8EE0-55735656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D9854-1220-8167-53E6-D3629BC5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84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612E7-B14B-39FA-E05D-CE5E774C1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AB5BB-F056-0CEE-FC4C-9C9FA4D27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A184-FE53-D371-2F12-6773118D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C7F6B-3A27-A0C5-15CB-62EDAC0D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BB4A9-41BB-634A-0C7E-E6AC769E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9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31FE5A-66CC-29A2-330F-142B941AB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A9CA7-7D12-F142-BBC2-9AF8D563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8F243-7503-DA91-EB60-DF23B0D15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DA893-C6C6-4D27-A765-60C61ECB5AC9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80EDE-63F2-EA38-7697-9F0D40EF5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606CB-3620-846B-C64B-9CB876683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C2F09-F250-4E5E-A8A8-3E94BB33A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10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truropenwith-my.sharepoint.com/personal/at450676_truro-penwith_ac_uk/Documents/Work/John/Python%20Coding/RPG/Chippy%20Quest%201.p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8A8D79-67F8-19B4-3E2A-271A30B20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79" y="94891"/>
            <a:ext cx="4620584" cy="1147562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Chippy quest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D5AA2-14D9-BFDE-D024-DAF4DE470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2202" y="1242453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Archie Tippett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D15CD4-143A-48E5-2D9B-3444DB71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7" r="11477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1198E4-240F-F523-1CCB-E1ACD6453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10" y="1867300"/>
            <a:ext cx="3083286" cy="46249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7384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19E6F69B-436D-3E28-DD03-3A5A7A4F65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3" t="6126" r="2570" b="9660"/>
          <a:stretch>
            <a:fillRect/>
          </a:stretch>
        </p:blipFill>
        <p:spPr>
          <a:xfrm>
            <a:off x="-451" y="0"/>
            <a:ext cx="12192451" cy="68797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124765-72B9-5F91-4745-FD2D11DB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1" y="-206258"/>
            <a:ext cx="10515600" cy="1325563"/>
          </a:xfrm>
        </p:spPr>
        <p:txBody>
          <a:bodyPr/>
          <a:lstStyle/>
          <a:p>
            <a:r>
              <a:rPr lang="en-GB" b="1" dirty="0"/>
              <a:t>Design &amp; Planning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0DCB8-563A-2166-C1F1-0A24D1A5A4B8}"/>
              </a:ext>
            </a:extLst>
          </p:cNvPr>
          <p:cNvSpPr/>
          <p:nvPr/>
        </p:nvSpPr>
        <p:spPr>
          <a:xfrm>
            <a:off x="4595579" y="3337909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Village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0CF14-807F-2FAB-6A69-04D918799C85}"/>
              </a:ext>
            </a:extLst>
          </p:cNvPr>
          <p:cNvSpPr/>
          <p:nvPr/>
        </p:nvSpPr>
        <p:spPr>
          <a:xfrm>
            <a:off x="4595579" y="1879031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Chippy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0EC33B-B402-BA5A-A45E-B93C2D22F4FF}"/>
              </a:ext>
            </a:extLst>
          </p:cNvPr>
          <p:cNvSpPr/>
          <p:nvPr/>
        </p:nvSpPr>
        <p:spPr>
          <a:xfrm>
            <a:off x="7220885" y="3337908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Co-op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A4530-21D7-F70D-1470-EA4C9A76AF0C}"/>
              </a:ext>
            </a:extLst>
          </p:cNvPr>
          <p:cNvSpPr/>
          <p:nvPr/>
        </p:nvSpPr>
        <p:spPr>
          <a:xfrm>
            <a:off x="4595579" y="4796787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Highway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D1D29B-F1AC-223D-90F0-0451B9EFB0A7}"/>
              </a:ext>
            </a:extLst>
          </p:cNvPr>
          <p:cNvSpPr/>
          <p:nvPr/>
        </p:nvSpPr>
        <p:spPr>
          <a:xfrm>
            <a:off x="1953595" y="3337908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8F15FD3-C703-BC30-E735-2D8D39EA33F4}"/>
              </a:ext>
            </a:extLst>
          </p:cNvPr>
          <p:cNvSpPr/>
          <p:nvPr/>
        </p:nvSpPr>
        <p:spPr>
          <a:xfrm rot="16200000">
            <a:off x="5407582" y="2912657"/>
            <a:ext cx="387674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B68EBCC-813E-38CB-4168-F44DE82CB50B}"/>
              </a:ext>
            </a:extLst>
          </p:cNvPr>
          <p:cNvSpPr/>
          <p:nvPr/>
        </p:nvSpPr>
        <p:spPr>
          <a:xfrm>
            <a:off x="6607259" y="3642095"/>
            <a:ext cx="613626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E73C57D-DF32-0536-2CEA-210A048C2768}"/>
              </a:ext>
            </a:extLst>
          </p:cNvPr>
          <p:cNvSpPr/>
          <p:nvPr/>
        </p:nvSpPr>
        <p:spPr>
          <a:xfrm rot="5400000">
            <a:off x="5407582" y="4387609"/>
            <a:ext cx="387674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2414CF5-F01D-88EF-AD90-8161BA57D478}"/>
              </a:ext>
            </a:extLst>
          </p:cNvPr>
          <p:cNvSpPr/>
          <p:nvPr/>
        </p:nvSpPr>
        <p:spPr>
          <a:xfrm rot="10800000">
            <a:off x="3965275" y="3642095"/>
            <a:ext cx="630304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ECC7D2-6D42-BB25-52E4-44F8ADFF9714}"/>
              </a:ext>
            </a:extLst>
          </p:cNvPr>
          <p:cNvSpPr/>
          <p:nvPr/>
        </p:nvSpPr>
        <p:spPr>
          <a:xfrm>
            <a:off x="9635690" y="3332097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AAE59-32A3-531F-9D98-8F4BDF65B9FA}"/>
              </a:ext>
            </a:extLst>
          </p:cNvPr>
          <p:cNvSpPr/>
          <p:nvPr/>
        </p:nvSpPr>
        <p:spPr>
          <a:xfrm>
            <a:off x="4595579" y="420153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Basement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AF11F1-4CCB-E0DD-D96B-C52DEC7B9CEF}"/>
              </a:ext>
            </a:extLst>
          </p:cNvPr>
          <p:cNvSpPr/>
          <p:nvPr/>
        </p:nvSpPr>
        <p:spPr>
          <a:xfrm>
            <a:off x="9635690" y="1909305"/>
            <a:ext cx="2011680" cy="1010653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Super secret basement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4AC4375-5006-54DC-775E-26B0CC142F34}"/>
              </a:ext>
            </a:extLst>
          </p:cNvPr>
          <p:cNvSpPr/>
          <p:nvPr/>
        </p:nvSpPr>
        <p:spPr>
          <a:xfrm>
            <a:off x="9240290" y="3636284"/>
            <a:ext cx="387674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375D748-75C3-C6EB-F748-3E70FBBC8258}"/>
              </a:ext>
            </a:extLst>
          </p:cNvPr>
          <p:cNvSpPr/>
          <p:nvPr/>
        </p:nvSpPr>
        <p:spPr>
          <a:xfrm rot="16200000">
            <a:off x="10447693" y="2924888"/>
            <a:ext cx="387674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3D2C702-BEEF-A3EA-8E4B-FCD5715B1B88}"/>
              </a:ext>
            </a:extLst>
          </p:cNvPr>
          <p:cNvSpPr/>
          <p:nvPr/>
        </p:nvSpPr>
        <p:spPr>
          <a:xfrm rot="16200000">
            <a:off x="5407582" y="1456832"/>
            <a:ext cx="387674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214C5DD-AC0C-169F-7F8B-525E13B4CE92}"/>
              </a:ext>
            </a:extLst>
          </p:cNvPr>
          <p:cNvSpPr/>
          <p:nvPr/>
        </p:nvSpPr>
        <p:spPr>
          <a:xfrm rot="6372419">
            <a:off x="9926888" y="4730153"/>
            <a:ext cx="1201997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669FBE4-35B8-7B2C-C180-AC2AB5108AFA}"/>
              </a:ext>
            </a:extLst>
          </p:cNvPr>
          <p:cNvSpPr/>
          <p:nvPr/>
        </p:nvSpPr>
        <p:spPr>
          <a:xfrm rot="11908076">
            <a:off x="6540312" y="4806126"/>
            <a:ext cx="3555413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1902943-40CF-4709-4268-F3222F6DCBE2}"/>
              </a:ext>
            </a:extLst>
          </p:cNvPr>
          <p:cNvSpPr/>
          <p:nvPr/>
        </p:nvSpPr>
        <p:spPr>
          <a:xfrm rot="14407770">
            <a:off x="9683980" y="1165720"/>
            <a:ext cx="1201997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1D246390-30A8-CD3A-60AE-AC743BB6D7EA}"/>
              </a:ext>
            </a:extLst>
          </p:cNvPr>
          <p:cNvSpPr/>
          <p:nvPr/>
        </p:nvSpPr>
        <p:spPr>
          <a:xfrm rot="8573085">
            <a:off x="6354658" y="1820083"/>
            <a:ext cx="3746551" cy="40227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7F9040-BF9A-F9FC-4FA9-703BF6A2A921}"/>
              </a:ext>
            </a:extLst>
          </p:cNvPr>
          <p:cNvSpPr txBox="1"/>
          <p:nvPr/>
        </p:nvSpPr>
        <p:spPr>
          <a:xfrm>
            <a:off x="10001420" y="5438108"/>
            <a:ext cx="157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Backdoor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A8EE0A-4CDB-4824-570C-27A967630B85}"/>
              </a:ext>
            </a:extLst>
          </p:cNvPr>
          <p:cNvSpPr txBox="1"/>
          <p:nvPr/>
        </p:nvSpPr>
        <p:spPr>
          <a:xfrm>
            <a:off x="9657442" y="514596"/>
            <a:ext cx="1130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Sewers</a:t>
            </a:r>
          </a:p>
        </p:txBody>
      </p:sp>
    </p:spTree>
    <p:extLst>
      <p:ext uri="{BB962C8B-B14F-4D97-AF65-F5344CB8AC3E}">
        <p14:creationId xmlns:p14="http://schemas.microsoft.com/office/powerpoint/2010/main" val="3719958909"/>
      </p:ext>
    </p:extLst>
  </p:cSld>
  <p:clrMapOvr>
    <a:masterClrMapping/>
  </p:clrMapOvr>
  <p:transition spd="med">
    <p:pull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8E16-C471-012E-82B7-623250150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11" y="0"/>
            <a:ext cx="10515600" cy="1325563"/>
          </a:xfrm>
        </p:spPr>
        <p:txBody>
          <a:bodyPr/>
          <a:lstStyle/>
          <a:p>
            <a:r>
              <a:rPr lang="en-GB" b="1" dirty="0"/>
              <a:t>Locations - Dictionaries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FE46B-50FA-1C35-105D-5B99FF548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11" y="2413516"/>
            <a:ext cx="4801427" cy="4235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5AB08D-2B09-A1E9-9539-578D129D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513" y="2441554"/>
            <a:ext cx="5894924" cy="4207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A83977-3D2C-681A-1579-422521FB45A2}"/>
              </a:ext>
            </a:extLst>
          </p:cNvPr>
          <p:cNvSpPr txBox="1"/>
          <p:nvPr/>
        </p:nvSpPr>
        <p:spPr>
          <a:xfrm>
            <a:off x="242211" y="843856"/>
            <a:ext cx="69205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Each location has its’ own dictionary that can be called via its’ number, as well as all relevant information</a:t>
            </a:r>
          </a:p>
        </p:txBody>
      </p:sp>
    </p:spTree>
    <p:extLst>
      <p:ext uri="{BB962C8B-B14F-4D97-AF65-F5344CB8AC3E}">
        <p14:creationId xmlns:p14="http://schemas.microsoft.com/office/powerpoint/2010/main" val="3334507821"/>
      </p:ext>
    </p:extLst>
  </p:cSld>
  <p:clrMapOvr>
    <a:masterClrMapping/>
  </p:clrMapOvr>
  <p:transition spd="med">
    <p:pull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B11E-62A6-E206-213F-9152EE2E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b="1" dirty="0"/>
              <a:t>The main game – how it runs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EDC95-6F75-4833-742A-A4F705D75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621" y="769359"/>
            <a:ext cx="4953691" cy="5896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34C6F9-9C16-FA42-0F0F-4D0CDB0CE0E5}"/>
              </a:ext>
            </a:extLst>
          </p:cNvPr>
          <p:cNvSpPr txBox="1"/>
          <p:nvPr/>
        </p:nvSpPr>
        <p:spPr>
          <a:xfrm>
            <a:off x="173256" y="1232034"/>
            <a:ext cx="29840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- The entire game runs as a while loop, so every time a new location is entered, the loop resets and prints different variables.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5B87732-AF36-E193-8AA3-78A895319613}"/>
              </a:ext>
            </a:extLst>
          </p:cNvPr>
          <p:cNvSpPr/>
          <p:nvPr/>
        </p:nvSpPr>
        <p:spPr>
          <a:xfrm>
            <a:off x="6096000" y="2759545"/>
            <a:ext cx="1276979" cy="5678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A0519-8FF2-540A-B0F5-4B2FDF6FF653}"/>
              </a:ext>
            </a:extLst>
          </p:cNvPr>
          <p:cNvSpPr txBox="1"/>
          <p:nvPr/>
        </p:nvSpPr>
        <p:spPr>
          <a:xfrm>
            <a:off x="3614273" y="2278810"/>
            <a:ext cx="332556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For example, here the program cycles through the ‘exits’ index and prints each one.</a:t>
            </a:r>
          </a:p>
          <a:p>
            <a:r>
              <a:rPr lang="en-GB" sz="3200" dirty="0"/>
              <a:t>- Same concept for talk &amp; take.</a:t>
            </a:r>
          </a:p>
        </p:txBody>
      </p:sp>
    </p:spTree>
    <p:extLst>
      <p:ext uri="{BB962C8B-B14F-4D97-AF65-F5344CB8AC3E}">
        <p14:creationId xmlns:p14="http://schemas.microsoft.com/office/powerpoint/2010/main" val="143985235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EE57-7640-6C1F-9009-76BF1EF6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b="1" dirty="0"/>
              <a:t>Dialogue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E7B50-EA74-8138-2BA1-25B747FCB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48" y="2540642"/>
            <a:ext cx="7306695" cy="4105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1088C5-CEB1-BE8C-AADD-58DF6FBDE4DE}"/>
              </a:ext>
            </a:extLst>
          </p:cNvPr>
          <p:cNvSpPr txBox="1"/>
          <p:nvPr/>
        </p:nvSpPr>
        <p:spPr>
          <a:xfrm>
            <a:off x="8256265" y="3107060"/>
            <a:ext cx="4183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The program uses variables that confirm whether items have been picked up / quests have been completed to print different dialogues.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204AE-16F2-E19D-106A-5CD569118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250918" y="5503652"/>
            <a:ext cx="890093" cy="34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3422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EDE5-141B-245B-D944-A0CAC9A8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b="1" dirty="0"/>
              <a:t>Further dialogue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0D26C-44F1-0F4F-F8BA-DB8EA1CA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526" y="283185"/>
            <a:ext cx="6318253" cy="60534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615291-BAC6-CB3D-D6F5-EE068B72E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519" y="2484526"/>
            <a:ext cx="1112398" cy="6218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5E85B3-5365-76CC-DF5E-17EF3E2B3F7B}"/>
              </a:ext>
            </a:extLst>
          </p:cNvPr>
          <p:cNvSpPr txBox="1"/>
          <p:nvPr/>
        </p:nvSpPr>
        <p:spPr>
          <a:xfrm>
            <a:off x="3282216" y="1764397"/>
            <a:ext cx="25005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Different outcomes depending on input.</a:t>
            </a:r>
          </a:p>
        </p:txBody>
      </p:sp>
    </p:spTree>
    <p:extLst>
      <p:ext uri="{BB962C8B-B14F-4D97-AF65-F5344CB8AC3E}">
        <p14:creationId xmlns:p14="http://schemas.microsoft.com/office/powerpoint/2010/main" val="390560304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F63-A837-6A35-BA4C-D1D4DEF3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b="1" dirty="0"/>
              <a:t>Fight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26CA4-BD83-A3CC-495C-9CD9562E9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47" y="2330428"/>
            <a:ext cx="6163809" cy="4351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7FF587-016B-6DFA-BE53-CB9A6DCE3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911" y="2330428"/>
            <a:ext cx="5253543" cy="4351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4492EE-79FA-FBDA-14AB-91574D6B64C2}"/>
              </a:ext>
            </a:extLst>
          </p:cNvPr>
          <p:cNvSpPr txBox="1"/>
          <p:nvPr/>
        </p:nvSpPr>
        <p:spPr>
          <a:xfrm>
            <a:off x="4285124" y="176233"/>
            <a:ext cx="75173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Utilises the random.randint command to deal random amounts of damage.</a:t>
            </a:r>
          </a:p>
          <a:p>
            <a:r>
              <a:rPr lang="en-GB" sz="3200" dirty="0"/>
              <a:t>- Also contains failsafes for if an input is invalid.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1BCD194-A90E-3AE5-BD8C-AC9D93BCF7C6}"/>
              </a:ext>
            </a:extLst>
          </p:cNvPr>
          <p:cNvSpPr/>
          <p:nvPr/>
        </p:nvSpPr>
        <p:spPr>
          <a:xfrm>
            <a:off x="5742840" y="5183568"/>
            <a:ext cx="866274" cy="5678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6042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hlinkClick r:id="rId2"/>
            <a:extLst>
              <a:ext uri="{FF2B5EF4-FFF2-40B4-BE49-F238E27FC236}">
                <a16:creationId xmlns:a16="http://schemas.microsoft.com/office/drawing/2014/main" id="{5EF6CDFF-F826-D94D-10F2-7BA7467D5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126" y="717750"/>
            <a:ext cx="8133748" cy="542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4177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ea6e35-fc1e-442b-8d5d-fb64c27ffa09}" enabled="0" method="" siteId="{08ea6e35-fc1e-442b-8d5d-fb64c27ffa0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160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Chippy quest</vt:lpstr>
      <vt:lpstr>Design &amp; Planning</vt:lpstr>
      <vt:lpstr>Locations - Dictionaries</vt:lpstr>
      <vt:lpstr>The main game – how it runs</vt:lpstr>
      <vt:lpstr>Dialogue</vt:lpstr>
      <vt:lpstr>Further dialogue</vt:lpstr>
      <vt:lpstr>Fight</vt:lpstr>
      <vt:lpstr>PowerPoint Presentation</vt:lpstr>
    </vt:vector>
  </TitlesOfParts>
  <Company>Truro and Penwith College (Desktop 20250422)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Archie Tippett (Student)</dc:creator>
  <cp:lastModifiedBy>Archie Tippett (Student)</cp:lastModifiedBy>
  <cp:revision>1</cp:revision>
  <dcterms:created xsi:type="dcterms:W3CDTF">2025-11-07T13:26:45Z</dcterms:created>
  <dcterms:modified xsi:type="dcterms:W3CDTF">2025-11-13T13:16:51Z</dcterms:modified>
</cp:coreProperties>
</file>